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AI Security Automation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Advanced Track Capstone - Week 10</a:t>
            </a:r>
          </a:p>
          <a:p>
            <a:r>
              <a:rPr dirty="0"/>
              <a:t>Muhammad </a:t>
            </a:r>
            <a:r>
              <a:rPr dirty="0" smtClean="0"/>
              <a:t>Hasee</a:t>
            </a:r>
            <a:r>
              <a:rPr lang="en-US" dirty="0"/>
              <a:t>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face overwhelming volumes of security alerts.</a:t>
            </a:r>
          </a:p>
          <a:p>
            <a:pPr lvl="1"/>
            <a:r>
              <a:t>Security operations are often siloed, leading to delayed response times.</a:t>
            </a:r>
          </a:p>
          <a:p>
            <a:pPr lvl="1"/>
            <a:r>
              <a:t>There is a lack of automated, intelligent correlation between raw logs and actionable threat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Integrated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end-to-end security automation platform featuring:</a:t>
            </a:r>
          </a:p>
          <a:p>
            <a:pPr lvl="1"/>
            <a:r>
              <a:t>Automated Data Ingestion and Normalization</a:t>
            </a:r>
          </a:p>
          <a:p>
            <a:pPr lvl="1"/>
            <a:r>
              <a:t>Real-time Threat Intelligence Enrichment (simulated AbuseIPDB/AlienVault)</a:t>
            </a:r>
          </a:p>
          <a:p>
            <a:pPr lvl="1"/>
            <a:r>
              <a:t>Machine Learning Anomaly Detection (Isolation Forest)</a:t>
            </a:r>
          </a:p>
          <a:p>
            <a:pPr lvl="1"/>
            <a:r>
              <a:t>SOAR Orchestration for automated playbooks</a:t>
            </a:r>
          </a:p>
          <a:p>
            <a:pPr lvl="1"/>
            <a:r>
              <a:t>Live Streamlit Dashboard for analysts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Decoupled Microservice Architecture:</a:t>
            </a:r>
          </a:p>
          <a:p>
            <a:pPr lvl="1"/>
            <a:r>
              <a:t>Python 3 core modules communicating via file-based message queues.</a:t>
            </a:r>
          </a:p>
          <a:p>
            <a:pPr lvl="1"/>
            <a:r>
              <a:t>Machine Learning via Scikit-Learn (Isolation Forest).</a:t>
            </a:r>
          </a:p>
          <a:p>
            <a:pPr lvl="1"/>
            <a:r>
              <a:t>Visualization via Streamlit and Plotly.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Demo - p1.PNG</a:t>
            </a:r>
          </a:p>
        </p:txBody>
      </p:sp>
      <p:pic>
        <p:nvPicPr>
          <p:cNvPr id="3" name="Picture 2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5022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Demo - p2.PNG</a:t>
            </a:r>
          </a:p>
        </p:txBody>
      </p:sp>
      <p:pic>
        <p:nvPicPr>
          <p:cNvPr id="3" name="Picture 2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5022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Demo - p3.PNG</a:t>
            </a:r>
          </a:p>
        </p:txBody>
      </p:sp>
      <p:pic>
        <p:nvPicPr>
          <p:cNvPr id="3" name="Picture 2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282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Demo - p4.PNG</a:t>
            </a:r>
          </a:p>
        </p:txBody>
      </p:sp>
      <p:pic>
        <p:nvPicPr>
          <p:cNvPr id="3" name="Picture 2" descr="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91491"/>
            <a:ext cx="7315200" cy="62493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Overcome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Integrating disparate modules gracefully.</a:t>
            </a:r>
          </a:p>
          <a:p>
            <a:pPr lvl="1"/>
            <a:r>
              <a:t>Ensuring real-time communication without complex broker setups (achieved via tailing JSONL).</a:t>
            </a:r>
          </a:p>
          <a:p>
            <a:pPr lvl="1"/>
            <a:r>
              <a:t>Handling Windows terminal encoding issues for SOAR outputs.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Enhancements:</a:t>
            </a:r>
          </a:p>
          <a:p>
            <a:pPr lvl="1"/>
            <a:r>
              <a:t>Replace JSONL queues with Apache Kafka / RabbitMQ.</a:t>
            </a:r>
          </a:p>
          <a:p>
            <a:pPr lvl="1"/>
            <a:r>
              <a:t>Store alerts in Elasticsearch.</a:t>
            </a:r>
          </a:p>
          <a:p>
            <a:pPr lvl="1"/>
            <a:r>
              <a:t>Dockerize modules for Kubernetes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199</Words>
  <Application>Microsoft Office PowerPoint</Application>
  <PresentationFormat>On-screen Show (4:3)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AI Security Automation Platform</vt:lpstr>
      <vt:lpstr>Problem Statement</vt:lpstr>
      <vt:lpstr>The Solution: Integrated Platform</vt:lpstr>
      <vt:lpstr>Technical Architecture</vt:lpstr>
      <vt:lpstr>Platform Demo - p1.PNG</vt:lpstr>
      <vt:lpstr>Platform Demo - p2.PNG</vt:lpstr>
      <vt:lpstr>Platform Demo - p3.PNG</vt:lpstr>
      <vt:lpstr>Platform Demo - p4.PNG</vt:lpstr>
      <vt:lpstr>Challenges Overcome</vt:lpstr>
      <vt:lpstr>Future Improvements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Security Automation Platform</dc:title>
  <dc:subject/>
  <dc:creator>Muhammad Haseeb</dc:creator>
  <cp:keywords/>
  <dc:description>generated using python-pptx</dc:description>
  <cp:lastModifiedBy>Muhammad Haseeb</cp:lastModifiedBy>
  <cp:revision>2</cp:revision>
  <dcterms:created xsi:type="dcterms:W3CDTF">2013-01-27T09:14:16Z</dcterms:created>
  <dcterms:modified xsi:type="dcterms:W3CDTF">2026-09-20T18:36:33Z</dcterms:modified>
  <cp:category/>
</cp:coreProperties>
</file>